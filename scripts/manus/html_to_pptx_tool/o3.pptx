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个人就业岗位检索与匹配报告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4.1 推荐岗位清单（Top 10）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7288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032"/>
                <a:gridCol w="1253032"/>
                <a:gridCol w="1253032"/>
                <a:gridCol w="1253032"/>
                <a:gridCol w="1253032"/>
                <a:gridCol w="1253032"/>
                <a:gridCol w="1253032"/>
                <a:gridCol w="1253032"/>
                <a:gridCol w="1253032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排名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公司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岗位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薪资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经验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学历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平台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匹配度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链接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海康威视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研究院-Web前端开发工程师(校招)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未说明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校招应届生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本科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BOSS直聘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链接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浙江天猫技术有限公司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web前端开发工程师（实习）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7.5k-8.8k/月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实习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本科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BOSS直聘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链接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浙江数维科技有限公司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前端开发工程师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8k-11k/月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经验不限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本科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智联招聘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链接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外企德科数字技术有限公司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软件研发工程师(前后端测试均有)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18k-35k/月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经验不限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本科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智联招聘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链接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杭州城市大脑有限公司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初级前端开发工程师(react方向)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未说明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1年以内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本科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BOSS直聘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链接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浙江宇视科技有限公司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WEB前端开发工程师(RD41)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11k-20k/月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1-3年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本科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智联招聘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链接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软通动力信息技术(集团)股份有限公司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Java开发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未说明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1-3年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本科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智联招聘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链接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阿里集团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web前端开发工程师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未说明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1-3年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本科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BOSS直聘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链接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顺丰速运有限公司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WEB前端开发工程师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未说明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1-3年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本科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BOSS直聘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链接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蚂蚁集团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web前端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未说明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经验不限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本科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BOSS直聘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链接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C3E50"/>
                </a:solidFill>
                <a:latin typeface="Microsoft YaHei"/>
              </a:rPr>
              <a:t>七、结论与展望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8288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Microsoft YaHei"/>
              </a:rPr>
              <a:t>感谢阅读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