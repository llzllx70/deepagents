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WEB工程师岗位检索与匹配分析报告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报告日期：2026年1月7日
候选人：张明（温州大学·计算机科学与技术·2026届本科毕业生）
目标岗位：WEB工程师 / WEB工程师助理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2286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检索岗位总数：16个（Boss直聘10个，智联招聘6个）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高匹配度岗位（≥80分）：6个（占比37.5%）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应届生可投递岗位：7个（含校招、实习、经验不限）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主要挑战：大部分岗位要求1-3年及以上经验，缺少TypeScript、前端工程化等高级技能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一、统计数据概览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检索岗位总数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高匹配度岗位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应届生可投递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平均匹配度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 - 经验要求分布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erien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 - 平台岗位数量对比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tfor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 - 岗位匹配度排名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tch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经验要求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应届生可投递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在校/应届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实习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1年以内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1-3年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可尝试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3-5年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不推荐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岗位数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适合应届生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平均匹配度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4个（40%）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智联招聘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1个（17%）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60.8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5个（31%）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四、技能要求分析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技能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要求岗位数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候选人掌握情况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HTML/CSS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前端工程化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三、高匹配度岗位推荐（1-2）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90分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第1名：淘宝 - 前端开发工程师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未说明（校招岗位） | 经验: 在校/应届 | 学历: 本科 | 技能要求: CSS、JavaScript、React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React, JavaScript, 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推荐理由：大厂平台，职业发展空间大；校招岗位，与应届生身份完美匹配；React技能匹配度100%。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投递建议：准备前端基础知识面试（HTML/CSS/JS）；准备React相关项目展示；了解阿里技术栈和企业文化。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88分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第2名：核盛网络 - web开发实习生(react)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12个月实习 | 学历: 本科 | 技能要求: 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推荐理由：实习岗位，可转正机会；React技能匹配；适合积累工作经验。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投递建议：确认实习时间和转正政策；准备React基础面试；展示微信小程序项目经验。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三、高匹配度岗位推荐（3-4）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85分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第3名：浙江数维科技 - 前端开发工程师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8000-11000元 | 经验: 经验不限 | 学历: 本科 | 技能要求: 前端开发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前端开发, JavaScript, HTML, 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推荐理由：经验不限，应届生友好；薪资合理（8k-11k）；本科学历匹配。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投递建议：准备前端基础面试；展示React和Spring Boot项目经验；了解公司业务和技术栈。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85分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第4名：杭州炎魂网络 - 前端开发工程师(2026届)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在校/应届 | 学历: 本科 | 技能要求: Vue、React、前端开发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React, Vue, 前端开发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推荐理由：2026届校招，身份匹配；React技能匹配；可快速补充Vue知识。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投递建议：重点准备React相关面试；简要了解Vue框架基础；展示学习能力。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三、高匹配度岗位推荐（5-6）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82分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第5名：杭州城市大脑 - 初级前端开发工程师(react方向)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1年以内 | 学历: 本科 | 技能要求: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推荐理由：1年以内岗位，应届生可尝试；React技能匹配；政府合作项目，稳定性好。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投递建议：准备React项目和基础知识；展示实习经历和项目经验；了解政府项目特点。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78分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第6名：造物云 - 前端工程师(React)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经验不限 | 学历: 学历不限 | 技能要求: JavaScript、React、Python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React, JavaScript, 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推荐理由：经验不限，学历不限；React技能匹配；Python技能可加分。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投递建议：重点展示Python数据处理能力；准备React项目展示；了解公司产品和技术栈。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四、技能要求分析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技能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要求岗位数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候选人掌握情况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HTML/CSS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前端工程化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五、技能缺口与补齐计划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98DB"/>
                </a:solidFill>
                <a:latin typeface="Microsoft YaHei"/>
              </a:rPr>
              <a:t>短期（1个月）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188720"/>
            <a:ext cx="10088575" cy="1463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1188720"/>
            <a:ext cx="5080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280160"/>
            <a:ext cx="98142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TypeScript学习计划：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544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1：学习TypeScript基础语法和类型系统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830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2：完成TypeScript + React小项目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116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3：理解泛型、接口、类型推断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02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4：前端工程化工具学习（webpack/vite）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98DB"/>
                </a:solidFill>
                <a:latin typeface="Microsoft YaHei"/>
              </a:rPr>
              <a:t>中期（2-3个月）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788920"/>
            <a:ext cx="10088575" cy="146304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2788920"/>
            <a:ext cx="50800" cy="14630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2880360"/>
            <a:ext cx="98142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技能拓展计划：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546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2：学习Vue3基础，对比Vue和React差异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832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2：前端性能优化学习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118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3：补充Node.js后端开发知识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3：掌握服务端渲染（SSR）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98DB"/>
                </a:solidFill>
                <a:latin typeface="Microsoft YaHei"/>
              </a:rPr>
              <a:t>长期（3-6个月）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4389120"/>
            <a:ext cx="10088575" cy="14630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0" y="4389120"/>
            <a:ext cx="5080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4480560"/>
            <a:ext cx="98142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面试准备计划：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7548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系统复习前端基础（HTML/CSS/JS）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9834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刷LeetCode算法题（前50题）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120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准备3个高质量React项目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406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准备大厂面试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六、求职策略建议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第1优先级（立即投递）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淘宝 - 前端开发工程师 [90分]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核盛网络 - web开发实习生 [88分]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浙江数维科技 - 前端开发工程师 [85分]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杭州炎魂网络 - 前端开发工程师 [85分]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杭州城市大脑 - 初级前端开发工程师 [82分]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80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第2优先级（重点投递）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造物云 - 前端工程师 [78分]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快手(杭州) - 软件开发工程师 [75分]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860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中软国际 - 前端开发工程师 [72分]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0604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浙江宇视科技 - WEB前端开发工程师 [72分]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280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第3优先级（尝试投递）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6459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百聆科技 - 前端开发工程师react [70分]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9659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中科非凡机器人 - 前端开发工程师 [70分]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2860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点米科技 - web前端开发工程师 [55分]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50800" cy="13716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49040"/>
            <a:ext cx="1100297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时间安排建议：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233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第1周：投递第1优先级岗位（5个）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519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第2-3周：投递第2优先级岗位（4个），同时准备面试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805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第4-6周：根据面试反馈调整策略，持续投递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七、结论与展望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201168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可投递岗位：7个（37.5%），主要集中在校招、实习、经验不限岗位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技能匹配度：中等（70%），React等基础技能匹配，但缺少TypeScript等高级技能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薪资预期：应届生合理薪资8k-12k/月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求职难度：中等，需要优先投递校招岗位，同时补齐技能短板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3-6个月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成功入职WEB工程师岗位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1-2年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积累1-2年工作经验
薪资提升至15k+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3-5年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晋升高级前端工程师
或技术专家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全栈开发
或技术管理方向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报告说明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82880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800" cy="18288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数据来源：Boss直聘、智联招聘（通过Coze Search API检索）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检索时间：2026年1月7日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报告生成工具：job-search-report技能（简历提取、岗位检索、数据分析、图表生成）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数据更新频率：建议每月更新一次岗位数据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感谢阅读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