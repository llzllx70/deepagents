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HTML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2286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可投递岗位：7个（37.5%），主要集中在校招、实习、经验不限岗位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技能匹配度：中等（70%），React等基础技能匹配，但缺少TypeScript等高级技能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薪资预期：应届生合理薪资8k-12k/月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求职难度：中等，需要优先投递校招岗位，同时补齐技能短板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一、统计数据概览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3-6个月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成功入职WEB工程师岗位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1-2年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积累1-2年工作经验薪资提升至15k+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3-5年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晋升高级前端工程师或技术专家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8288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0116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498DB"/>
                </a:solidFill>
                <a:latin typeface="Microsoft YaHei"/>
              </a:rPr>
              <a:t>长期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603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</a:rPr>
              <a:t>全栈开发或技术管理方向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七、结论与展望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201168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核心结论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可投递岗位：7个（37.5%），主要集中在校招、实习、经验不限岗位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技能匹配度：中等（70%），React等基础技能匹配，但缺少TypeScript等高级技能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薪资预期：应届生合理薪资8k-12k/月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8200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• 求职难度：中等，需要优先投递校招岗位，同时补齐技能短板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3-6个月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成功入职WEB工程师岗位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1-2年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积累1-2年工作经验
薪资提升至15k+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3-5年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晋升高级前端工程师
或技术专家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2918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3832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498DB"/>
                </a:solidFill>
                <a:latin typeface="Microsoft YaHei"/>
              </a:rPr>
              <a:t>长期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840480"/>
            <a:ext cx="2560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8C8D"/>
                </a:solidFill>
                <a:latin typeface="Microsoft YaHei"/>
              </a:rPr>
              <a:t>全栈开发
或技术管理方向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报告说明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828800"/>
          </a:xfrm>
          <a:prstGeom prst="rect">
            <a:avLst/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800" cy="18288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数据来源：Boss直聘、智联招聘（通过Coze Search API检索）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检索时间：2026年1月7日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报告生成工具：job-search-report技能（简历提取、岗位检索、数据分析、图表生成）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9115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</a:rPr>
              <a:t>• 数据更新频率：建议每月更新一次岗位数据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感谢阅读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